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4A2C3-4A64-CAC4-0F50-0D47AFC63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660C6-8093-DD56-5DDE-997CBC7D7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53CA8-D8E0-85A5-4F52-20BCA5F9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32EB5-B4EB-3765-6F3C-C5DEB6B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1DF89-5512-0BDC-9396-06D82068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5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10B1-EE8A-B8EB-C000-8479B359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8057B-0505-82F0-ACC0-CA851CB26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C5002-251D-9F32-51B3-517860F8E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C0418-AAF6-F0DB-F667-B77DB14A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B5B89-05C0-8A00-9780-164DAEFF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9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59FB1-8585-E46E-9C9A-F03C702D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F08A1-4ADA-DF0E-E067-E79C785C9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01568-04F0-A9BB-C3C1-78EEFD34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F32C9-C3A9-E722-4E7B-50241C00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7DE8D-CD4C-E4A9-8993-512D62FF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7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82A4-6ED8-5694-CFF9-603F2EEB1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87934-C034-9A93-8176-8B61E327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36E63-AD31-9039-DF82-C516D2B8B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54BE1-84BE-6647-4416-CC1D51D49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57BE5-929C-669C-4BDC-34C735B5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F031F-2EAD-569D-984F-B620EA21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5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27B42-DA78-980C-01E3-8CA00744D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0AAB4-4DD4-20E4-4223-4FDE5A11B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ED302-8E26-E0DC-37C1-B6F1EB9F9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95AED-07F2-7B57-E0D5-9755B9CE8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2315C-B3E2-3F4C-F0DB-DC07687A9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73BA90-CF28-8728-19C3-FFC2426C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BA85F-EA69-729A-9F5A-677D60A3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DBF8D3-1168-1A0D-4825-CC85E6F82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7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E7D7B-4046-F173-6A0D-7EC41E81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8FF979-4B7E-E030-4936-67E239AC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C161D-FAC5-BFF8-7D4D-6087F1A3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90B3C-7082-7B4B-5BA4-76C3E2DDC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6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9AE14B-5FA3-3BAF-4DAD-06C9D4AAB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055E64-54AB-1176-91FA-76D34041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960E1E-1108-8D09-1AB5-1A9CB456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9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8F55-7838-560C-1E50-78BEE80C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D3C5-C1E7-36A7-2579-B128AE55E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997C0-75B4-9F93-2869-263BDD0D6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1C632-940F-7484-8BBC-312F27BBA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6404C-DE05-B4C9-D8AF-0D8082BE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64867-8A8A-EADB-FE0A-DCBB9002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31E4-EF67-2488-853A-7EEED779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0EAB0-8E6E-4ADC-E5FB-3F011CB09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44283-7DC3-9B7A-BF00-7DB701312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1D72F-F856-E2C0-4D93-338C3AFF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371AC-C54E-1B80-6C45-BEB4ECA1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CD128-7807-0A44-EA62-1AD9FCE6A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33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35FD-DA76-D1A2-FB45-B420D58BD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B1BE6-6069-7669-B9D8-F325E4191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AA9A3-52A7-C5AF-619E-04A042D36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FD3BE-91B6-018E-076D-C2867ECE9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89387-9E1F-D971-B7B7-5E6DAF97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14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899FF-A07A-BC22-16E8-5F6F0969B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1DFB3-D539-A586-421B-2781C38EB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29046-69A4-745F-609E-E3EE8165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2FD63-6341-A1E6-384B-CDF5E1F2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91B58-49F3-EE3C-FF56-1ED2D9EF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2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4C58D-EC43-D5F0-7A00-DF5138F9F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C2524-D16E-BF9F-F3FE-A5B7A7379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4E3A1-FFD3-84E8-A1FF-FD51CBAAB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9B890-24A6-42FA-9908-7A7D2A4CDFFD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FFCE2-51E3-743A-BEB0-57077D82F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4847F-5D12-FD2B-7CE5-62A1F31D5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426D9-B245-4ADC-A0C6-9480F291E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23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39E1-AEC4-4DF9-E975-88D90B4A7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958" y="0"/>
            <a:ext cx="9144000" cy="50855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Data Visualization</a:t>
            </a:r>
            <a:r>
              <a:rPr lang="en-US" sz="4000" dirty="0"/>
              <a:t> 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D418D-F00E-9295-3A7A-CAA2E78EC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042" y="508550"/>
            <a:ext cx="12192000" cy="63494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EE167-BDC0-E9F8-5F9C-D047B6A52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550"/>
            <a:ext cx="4010526" cy="2920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6CAB3-6952-82FD-91AB-EAF177587F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26" y="508550"/>
            <a:ext cx="4010526" cy="2626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44DE6C-9BBF-E660-D0C0-364AF9E67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53" y="508550"/>
            <a:ext cx="4170947" cy="2626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7C7FAC-EDAE-3E1C-A3E9-855E994245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641558"/>
            <a:ext cx="3713838" cy="32164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13D7AC-B8AB-E1FB-977A-54BCD50F0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26" y="3429000"/>
            <a:ext cx="4010526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B52271-7F12-D7DB-29DD-4163BFEBE6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052" y="3641558"/>
            <a:ext cx="4170948" cy="321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9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Data Visualization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Mukarram Ali</dc:creator>
  <cp:lastModifiedBy>Md Mukarram Ali</cp:lastModifiedBy>
  <cp:revision>1</cp:revision>
  <dcterms:created xsi:type="dcterms:W3CDTF">2026-08-01T06:59:31Z</dcterms:created>
  <dcterms:modified xsi:type="dcterms:W3CDTF">2026-08-01T07:08:06Z</dcterms:modified>
</cp:coreProperties>
</file>